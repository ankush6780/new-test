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042FB3D-AC70-47BC-92E3-4956BFD7B164}" type="datetimeFigureOut">
              <a:rPr lang="en-US" smtClean="0"/>
              <a:pPr/>
              <a:t>5/9/2021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42FB3D-AC70-47BC-92E3-4956BFD7B164}" type="datetimeFigureOut">
              <a:rPr lang="en-US" smtClean="0"/>
              <a:pPr/>
              <a:t>5/9/2021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42FB3D-AC70-47BC-92E3-4956BFD7B164}" type="datetimeFigureOut">
              <a:rPr lang="en-US" smtClean="0"/>
              <a:pPr/>
              <a:t>5/9/2021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042FB3D-AC70-47BC-92E3-4956BFD7B164}" type="datetimeFigureOut">
              <a:rPr lang="en-US" smtClean="0"/>
              <a:pPr/>
              <a:t>5/9/2021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042FB3D-AC70-47BC-92E3-4956BFD7B164}" type="datetimeFigureOut">
              <a:rPr lang="en-US" smtClean="0"/>
              <a:pPr/>
              <a:t>5/9/2021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042FB3D-AC70-47BC-92E3-4956BFD7B164}" type="datetimeFigureOut">
              <a:rPr lang="en-US" smtClean="0"/>
              <a:pPr/>
              <a:t>5/9/2021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42FB3D-AC70-47BC-92E3-4956BFD7B164}" type="datetimeFigureOut">
              <a:rPr lang="en-US" smtClean="0"/>
              <a:pPr/>
              <a:t>5/9/2021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42FB3D-AC70-47BC-92E3-4956BFD7B164}" type="datetimeFigureOut">
              <a:rPr lang="en-US" smtClean="0"/>
              <a:pPr/>
              <a:t>5/9/2021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42FB3D-AC70-47BC-92E3-4956BFD7B164}" type="datetimeFigureOut">
              <a:rPr lang="en-US" smtClean="0"/>
              <a:pPr/>
              <a:t>5/9/2021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42FB3D-AC70-47BC-92E3-4956BFD7B164}" type="datetimeFigureOut">
              <a:rPr lang="en-US" smtClean="0"/>
              <a:pPr/>
              <a:t>5/9/2021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42FB3D-AC70-47BC-92E3-4956BFD7B164}" type="datetimeFigureOut">
              <a:rPr lang="en-US" smtClean="0"/>
              <a:pPr/>
              <a:t>5/9/2021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878F1-A054-48E9-BCD0-4535C638EDA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42FB3D-AC70-47BC-92E3-4956BFD7B164}" type="datetimeFigureOut">
              <a:rPr lang="en-US" smtClean="0"/>
              <a:pPr/>
              <a:t>5/9/2021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3878F1-A054-48E9-BCD0-4535C638EDA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lIns="91440" tIns="45720" rIns="91440" bIns="45720">
            <a:spAutoFit/>
          </a:bodyPr>
          <a:lstStyle/>
          <a:p>
            <a:pPr algn="ctr"/>
            <a:r>
              <a:rPr lang="en-US" sz="4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Minor Project</a:t>
            </a:r>
          </a:p>
          <a:p>
            <a:pPr algn="ctr"/>
            <a:r>
              <a:rPr lang="en-US" sz="4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rPr>
              <a:t>Computer Networks</a:t>
            </a:r>
            <a:endPar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Arial Black" pitchFamily="34" charset="0"/>
            </a:endParaRPr>
          </a:p>
        </p:txBody>
      </p:sp>
      <p:sp>
        <p:nvSpPr>
          <p:cNvPr id="5" name="TextBox 4"/>
          <p:cNvSpPr txBox="1"/>
          <p:nvPr/>
        </p:nvSpPr>
        <p:spPr>
          <a:xfrm>
            <a:off x="152400" y="2438400"/>
            <a:ext cx="5943600" cy="378565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rPr>
              <a:t>Topic- 	                 </a:t>
            </a:r>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Chatroom in Python using</a:t>
            </a:r>
          </a:p>
          <a:p>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	                Socket Programming</a:t>
            </a:r>
          </a:p>
          <a:p>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endParaRPr>
          </a:p>
          <a:p>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rPr>
              <a:t>Submitted by-     </a:t>
            </a:r>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Ankush Kashyap(181202)</a:t>
            </a:r>
          </a:p>
          <a:p>
            <a:r>
              <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	</a:t>
            </a:r>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                Prajwal Sharma(181220)	</a:t>
            </a:r>
          </a:p>
          <a:p>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endParaRPr>
          </a:p>
          <a:p>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rPr>
              <a:t>Submitted to-      </a:t>
            </a:r>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Dr. Jagpreet Sidhu</a:t>
            </a:r>
          </a:p>
          <a:p>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endParaRPr>
          </a:p>
          <a:p>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endParaRPr>
          </a:p>
          <a:p>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hnschrift Light SemiCondensed" pitchFamily="34" charset="0"/>
              </a:rPr>
              <a:t>Batch-	</a:t>
            </a:r>
            <a:r>
              <a:rPr lang="en-US" sz="2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rPr>
              <a:t>	   CS61</a:t>
            </a:r>
            <a:endParaRPr lang="en-US" sz="2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ahnschrift Light SemiCondensed" pitchFamily="34" charset="0"/>
            </a:endParaRPr>
          </a:p>
        </p:txBody>
      </p:sp>
      <p:pic>
        <p:nvPicPr>
          <p:cNvPr id="1026" name="Picture 2" descr="C:\Users\lenovo\Desktop\Online-Chat-System-project-in-PHP.png"/>
          <p:cNvPicPr>
            <a:picLocks noChangeAspect="1" noChangeArrowheads="1"/>
          </p:cNvPicPr>
          <p:nvPr/>
        </p:nvPicPr>
        <p:blipFill>
          <a:blip r:embed="rId2"/>
          <a:srcRect/>
          <a:stretch>
            <a:fillRect/>
          </a:stretch>
        </p:blipFill>
        <p:spPr bwMode="auto">
          <a:xfrm>
            <a:off x="6324600" y="3048000"/>
            <a:ext cx="2667000" cy="228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style>
          <a:lnRef idx="1">
            <a:schemeClr val="accent4"/>
          </a:lnRef>
          <a:fillRef idx="2">
            <a:schemeClr val="accent4"/>
          </a:fillRef>
          <a:effectRef idx="1">
            <a:schemeClr val="accent4"/>
          </a:effectRef>
          <a:fontRef idx="minor">
            <a:schemeClr val="dk1"/>
          </a:fontRef>
        </p:style>
        <p:txBody>
          <a:bodyPr>
            <a:noAutofit/>
          </a:bodyPr>
          <a:lstStyle/>
          <a:p>
            <a:r>
              <a:rPr lang="en-US" sz="36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Arial Black" pitchFamily="34" charset="0"/>
              </a:rPr>
              <a:t>Introduction- Chatroom and Socket programming</a:t>
            </a:r>
            <a:endParaRPr lang="en-US" sz="36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Arial Black" pitchFamily="34" charset="0"/>
            </a:endParaRPr>
          </a:p>
        </p:txBody>
      </p:sp>
      <p:pic>
        <p:nvPicPr>
          <p:cNvPr id="4" name="Picture 3" descr="Lightbox"/>
          <p:cNvPicPr/>
          <p:nvPr/>
        </p:nvPicPr>
        <p:blipFill>
          <a:blip r:embed="rId2"/>
          <a:srcRect/>
          <a:stretch>
            <a:fillRect/>
          </a:stretch>
        </p:blipFill>
        <p:spPr bwMode="auto">
          <a:xfrm>
            <a:off x="5791200" y="2057400"/>
            <a:ext cx="3124200" cy="4343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228600" y="2590800"/>
            <a:ext cx="5334000" cy="341632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b="1" i="1" dirty="0" smtClean="0">
                <a:latin typeface="Bahnschrift" pitchFamily="34" charset="0"/>
              </a:rPr>
              <a:t>Chatroom</a:t>
            </a:r>
            <a:r>
              <a:rPr lang="en-US" dirty="0" smtClean="0">
                <a:latin typeface="Bahnschrift" pitchFamily="34" charset="0"/>
              </a:rPr>
              <a:t> is a platform where people can communicate with each other. Basically a Chatroom uses the concept of Socket Programming.</a:t>
            </a:r>
          </a:p>
          <a:p>
            <a:endParaRPr lang="en-US" dirty="0">
              <a:latin typeface="Bahnschrift" pitchFamily="34" charset="0"/>
            </a:endParaRPr>
          </a:p>
          <a:p>
            <a:endParaRPr lang="en-US" dirty="0" smtClean="0">
              <a:latin typeface="Bahnschrift" pitchFamily="34" charset="0"/>
            </a:endParaRPr>
          </a:p>
          <a:p>
            <a:endParaRPr lang="en-US" dirty="0" smtClean="0">
              <a:latin typeface="Bahnschrift" pitchFamily="34" charset="0"/>
            </a:endParaRPr>
          </a:p>
          <a:p>
            <a:endParaRPr lang="en-US" dirty="0">
              <a:latin typeface="Bahnschrift" pitchFamily="34" charset="0"/>
            </a:endParaRPr>
          </a:p>
          <a:p>
            <a:r>
              <a:rPr lang="en-US" dirty="0" smtClean="0">
                <a:latin typeface="Bahnschrift" pitchFamily="34" charset="0"/>
              </a:rPr>
              <a:t>A </a:t>
            </a:r>
            <a:r>
              <a:rPr lang="en-US" b="1" i="1" dirty="0" smtClean="0">
                <a:latin typeface="Bahnschrift" pitchFamily="34" charset="0"/>
              </a:rPr>
              <a:t>Socket</a:t>
            </a:r>
            <a:r>
              <a:rPr lang="en-US" dirty="0" smtClean="0">
                <a:latin typeface="Bahnschrift" pitchFamily="34" charset="0"/>
              </a:rPr>
              <a:t> is an intermediate connection between Application layer and Transport layer in TCP/IP protocol. </a:t>
            </a:r>
            <a:r>
              <a:rPr lang="en-US" b="1" i="1" dirty="0" smtClean="0">
                <a:latin typeface="Bahnschrift" pitchFamily="34" charset="0"/>
              </a:rPr>
              <a:t>Socket Programming </a:t>
            </a:r>
            <a:r>
              <a:rPr lang="en-US" dirty="0" smtClean="0">
                <a:latin typeface="Bahnschrift" pitchFamily="34" charset="0"/>
              </a:rPr>
              <a:t>helps in communication between nodes in a network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style>
          <a:lnRef idx="1">
            <a:schemeClr val="dk1"/>
          </a:lnRef>
          <a:fillRef idx="2">
            <a:schemeClr val="dk1"/>
          </a:fillRef>
          <a:effectRef idx="1">
            <a:schemeClr val="dk1"/>
          </a:effectRef>
          <a:fontRef idx="minor">
            <a:schemeClr val="dk1"/>
          </a:fontRef>
        </p:style>
        <p:txBody>
          <a:bodyPr>
            <a:normAutofit/>
          </a:bodyPr>
          <a:lstStyle/>
          <a:p>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Bahnschrift" pitchFamily="34" charset="0"/>
              </a:rPr>
              <a:t>Modules Used</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Bahnschrift" pitchFamily="34" charset="0"/>
            </a:endParaRPr>
          </a:p>
        </p:txBody>
      </p:sp>
      <p:sp>
        <p:nvSpPr>
          <p:cNvPr id="3" name="Content Placeholder 2"/>
          <p:cNvSpPr>
            <a:spLocks noGrp="1"/>
          </p:cNvSpPr>
          <p:nvPr>
            <p:ph idx="1"/>
          </p:nvPr>
        </p:nvSpPr>
        <p:spPr>
          <a:xfrm>
            <a:off x="457200" y="1828800"/>
            <a:ext cx="8229600" cy="4525963"/>
          </a:xfrm>
        </p:spPr>
        <p:style>
          <a:lnRef idx="1">
            <a:schemeClr val="accent6"/>
          </a:lnRef>
          <a:fillRef idx="2">
            <a:schemeClr val="accent6"/>
          </a:fillRef>
          <a:effectRef idx="1">
            <a:schemeClr val="accent6"/>
          </a:effectRef>
          <a:fontRef idx="minor">
            <a:schemeClr val="dk1"/>
          </a:fontRef>
        </p:style>
        <p:txBody>
          <a:bodyPr>
            <a:normAutofit/>
          </a:bodyPr>
          <a:lstStyle/>
          <a:p>
            <a:r>
              <a:rPr lang="en-US" sz="2800" b="1" dirty="0" smtClean="0"/>
              <a:t>Socket</a:t>
            </a:r>
            <a:r>
              <a:rPr lang="en-US" sz="1800" b="1" dirty="0" smtClean="0"/>
              <a:t>-</a:t>
            </a:r>
            <a:r>
              <a:rPr lang="en-US" sz="1800" dirty="0"/>
              <a:t>This module provides built in methods used to create sockets and enable them to connect to each </a:t>
            </a:r>
            <a:r>
              <a:rPr lang="en-US" sz="1800" dirty="0" smtClean="0"/>
              <a:t>other </a:t>
            </a:r>
            <a:r>
              <a:rPr lang="en-US" sz="1800" dirty="0"/>
              <a:t>and exchange data</a:t>
            </a:r>
            <a:r>
              <a:rPr lang="en-US" sz="1800" dirty="0" smtClean="0"/>
              <a:t>.</a:t>
            </a:r>
          </a:p>
          <a:p>
            <a:endParaRPr lang="en-US" sz="2800" b="1" dirty="0" smtClean="0"/>
          </a:p>
          <a:p>
            <a:r>
              <a:rPr lang="en-US" sz="2800" b="1" dirty="0" smtClean="0"/>
              <a:t>Sys</a:t>
            </a:r>
            <a:r>
              <a:rPr lang="en-US" sz="1800" dirty="0" smtClean="0"/>
              <a:t>-The</a:t>
            </a:r>
            <a:r>
              <a:rPr lang="en-US" sz="1800" dirty="0"/>
              <a:t> sys module in Python provides various functions and variables that are used to manipulate different parts of the Python runtime environment. It  provides the system module which is responsible for providing data related to the system directory, </a:t>
            </a:r>
            <a:r>
              <a:rPr lang="en-US" sz="1800" dirty="0" smtClean="0"/>
              <a:t>functions</a:t>
            </a:r>
            <a:r>
              <a:rPr lang="en-US" sz="1800" dirty="0"/>
              <a:t>, and </a:t>
            </a:r>
            <a:r>
              <a:rPr lang="en-US" sz="1800" dirty="0" smtClean="0"/>
              <a:t>methods</a:t>
            </a:r>
            <a:r>
              <a:rPr lang="en-US" sz="1800" dirty="0" smtClean="0"/>
              <a:t>.</a:t>
            </a:r>
            <a:endParaRPr lang="en-US" sz="1800" dirty="0" smtClean="0"/>
          </a:p>
          <a:p>
            <a:endParaRPr lang="en-US" sz="2800" b="1" dirty="0" smtClean="0"/>
          </a:p>
          <a:p>
            <a:r>
              <a:rPr lang="en-US" sz="2800" b="1" dirty="0" smtClean="0"/>
              <a:t>Time</a:t>
            </a:r>
            <a:r>
              <a:rPr lang="en-US" sz="1800" dirty="0" smtClean="0"/>
              <a:t>- </a:t>
            </a:r>
            <a:r>
              <a:rPr lang="en-US" sz="1800" dirty="0"/>
              <a:t>The Python time module provides many ways of representing time in code, such as objects, </a:t>
            </a:r>
            <a:r>
              <a:rPr lang="en-US" sz="1800" dirty="0" smtClean="0"/>
              <a:t>numbers</a:t>
            </a:r>
            <a:r>
              <a:rPr lang="en-US" sz="1800" u="sng" dirty="0"/>
              <a:t>,</a:t>
            </a:r>
            <a:r>
              <a:rPr lang="en-US" sz="1800" dirty="0" smtClean="0"/>
              <a:t> </a:t>
            </a:r>
            <a:r>
              <a:rPr lang="en-US" sz="1800" dirty="0"/>
              <a:t>and strings. It also provides functionality other than representing time, like waiting during code execution and measuring the efficiency of your code.</a:t>
            </a:r>
          </a:p>
          <a:p>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style>
          <a:lnRef idx="1">
            <a:schemeClr val="accent4"/>
          </a:lnRef>
          <a:fillRef idx="2">
            <a:schemeClr val="accent4"/>
          </a:fillRef>
          <a:effectRef idx="1">
            <a:schemeClr val="accent4"/>
          </a:effectRef>
          <a:fontRef idx="minor">
            <a:schemeClr val="dk1"/>
          </a:fontRef>
        </p:style>
        <p:txBody>
          <a:bodyPr/>
          <a:lstStyle/>
          <a:p>
            <a:pPr algn="l"/>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SERVER</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3" name="Content Placeholder 2"/>
          <p:cNvSpPr>
            <a:spLocks noGrp="1"/>
          </p:cNvSpPr>
          <p:nvPr>
            <p:ph idx="1"/>
          </p:nvPr>
        </p:nvSpPr>
        <p:spPr>
          <a:xfrm>
            <a:off x="457200" y="1524000"/>
            <a:ext cx="8229600" cy="4525963"/>
          </a:xfrm>
        </p:spPr>
        <p:style>
          <a:lnRef idx="1">
            <a:schemeClr val="accent3"/>
          </a:lnRef>
          <a:fillRef idx="2">
            <a:schemeClr val="accent3"/>
          </a:fillRef>
          <a:effectRef idx="1">
            <a:schemeClr val="accent3"/>
          </a:effectRef>
          <a:fontRef idx="minor">
            <a:schemeClr val="dk1"/>
          </a:fontRef>
        </p:style>
        <p:txBody>
          <a:bodyPr/>
          <a:lstStyle/>
          <a:p>
            <a:pPr>
              <a:buNone/>
            </a:pPr>
            <a:r>
              <a:rPr lang="en-US" sz="1800" b="1" dirty="0" smtClean="0"/>
              <a:t>Server</a:t>
            </a:r>
            <a:r>
              <a:rPr lang="en-US" sz="1800" dirty="0" smtClean="0"/>
              <a:t> -   The </a:t>
            </a:r>
            <a:r>
              <a:rPr lang="en-US" sz="1800" dirty="0"/>
              <a:t>server accepts connections from the client/s and form a network </a:t>
            </a:r>
            <a:r>
              <a:rPr lang="en-US" sz="1800" dirty="0" smtClean="0"/>
              <a:t>   	interface</a:t>
            </a:r>
            <a:r>
              <a:rPr lang="en-US" sz="1800" dirty="0"/>
              <a:t>. The role of the server is to collect any messages from the client </a:t>
            </a:r>
            <a:r>
              <a:rPr lang="en-US" sz="1800" dirty="0" smtClean="0"/>
              <a:t>   	and </a:t>
            </a:r>
            <a:r>
              <a:rPr lang="en-US" sz="1800" dirty="0"/>
              <a:t>deliver them to other client.</a:t>
            </a:r>
          </a:p>
          <a:p>
            <a:pPr>
              <a:buNone/>
            </a:pPr>
            <a:r>
              <a:rPr lang="en-US" dirty="0" smtClean="0"/>
              <a:t>	</a:t>
            </a:r>
            <a:endParaRPr lang="en-US" dirty="0"/>
          </a:p>
        </p:txBody>
      </p:sp>
      <p:sp>
        <p:nvSpPr>
          <p:cNvPr id="4" name="TextBox 3"/>
          <p:cNvSpPr txBox="1"/>
          <p:nvPr/>
        </p:nvSpPr>
        <p:spPr>
          <a:xfrm>
            <a:off x="457200" y="2971800"/>
            <a:ext cx="8229600" cy="286232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Steps to implement the server side</a:t>
            </a:r>
            <a:r>
              <a:rPr lang="en-US" b="1" dirty="0" smtClean="0"/>
              <a:t>:</a:t>
            </a:r>
          </a:p>
          <a:p>
            <a:endParaRPr lang="en-US" dirty="0" smtClean="0"/>
          </a:p>
          <a:p>
            <a:r>
              <a:rPr lang="en-US" dirty="0" smtClean="0"/>
              <a:t>1)Importing </a:t>
            </a:r>
            <a:r>
              <a:rPr lang="en-US" dirty="0"/>
              <a:t>the required libraries</a:t>
            </a:r>
          </a:p>
          <a:p>
            <a:r>
              <a:rPr lang="en-US" dirty="0" smtClean="0"/>
              <a:t>2)Creating </a:t>
            </a:r>
            <a:r>
              <a:rPr lang="en-US" dirty="0"/>
              <a:t>the socket using socket() and getting the hostname</a:t>
            </a:r>
          </a:p>
          <a:p>
            <a:r>
              <a:rPr lang="en-US" dirty="0"/>
              <a:t>3)Binding the host and port</a:t>
            </a:r>
          </a:p>
          <a:p>
            <a:r>
              <a:rPr lang="en-US" dirty="0"/>
              <a:t>4)Listening and accepting incoming connections</a:t>
            </a:r>
          </a:p>
          <a:p>
            <a:r>
              <a:rPr lang="en-US" dirty="0"/>
              <a:t>5)Delivering messages</a:t>
            </a:r>
          </a:p>
          <a:p>
            <a:endParaRPr lang="en-US" b="1" dirty="0" smtClean="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1143000"/>
          </a:xfrm>
        </p:spPr>
        <p:style>
          <a:lnRef idx="1">
            <a:schemeClr val="dk1"/>
          </a:lnRef>
          <a:fillRef idx="2">
            <a:schemeClr val="dk1"/>
          </a:fillRef>
          <a:effectRef idx="1">
            <a:schemeClr val="dk1"/>
          </a:effectRef>
          <a:fontRef idx="minor">
            <a:schemeClr val="dk1"/>
          </a:fontRef>
        </p:style>
        <p:txBody>
          <a:bodyPr/>
          <a:lstStyle/>
          <a:p>
            <a:pPr algn="l"/>
            <a:r>
              <a:rPr lang="en-US"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CLIENT</a:t>
            </a:r>
            <a:endParaRPr lang="en-US"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7" name="TextBox 6"/>
          <p:cNvSpPr txBox="1"/>
          <p:nvPr/>
        </p:nvSpPr>
        <p:spPr>
          <a:xfrm>
            <a:off x="457200" y="1524000"/>
            <a:ext cx="8305800" cy="2585323"/>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a:t>The </a:t>
            </a:r>
            <a:r>
              <a:rPr lang="en-US" b="1" dirty="0" smtClean="0"/>
              <a:t>Client</a:t>
            </a:r>
            <a:r>
              <a:rPr lang="en-US" dirty="0" smtClean="0"/>
              <a:t> </a:t>
            </a:r>
            <a:r>
              <a:rPr lang="en-US" dirty="0"/>
              <a:t>requests the server to form a connection to </a:t>
            </a:r>
            <a:r>
              <a:rPr lang="en-US" dirty="0" smtClean="0"/>
              <a:t>communicate.</a:t>
            </a:r>
          </a:p>
          <a:p>
            <a:endParaRPr lang="en-US" dirty="0" smtClean="0"/>
          </a:p>
          <a:p>
            <a:r>
              <a:rPr lang="en-US" dirty="0" smtClean="0"/>
              <a:t>Steps </a:t>
            </a:r>
            <a:r>
              <a:rPr lang="en-US" dirty="0"/>
              <a:t>to implement the client side:</a:t>
            </a:r>
          </a:p>
          <a:p>
            <a:r>
              <a:rPr lang="en-US" dirty="0"/>
              <a:t>1)Importing libraries</a:t>
            </a:r>
          </a:p>
          <a:p>
            <a:r>
              <a:rPr lang="en-US" dirty="0"/>
              <a:t>2)Creating a socket and retrieving the input hostname</a:t>
            </a:r>
          </a:p>
          <a:p>
            <a:r>
              <a:rPr lang="en-US" dirty="0"/>
              <a:t>3) Connecting to the server</a:t>
            </a:r>
          </a:p>
          <a:p>
            <a:r>
              <a:rPr lang="en-US" dirty="0"/>
              <a:t>4)Receiving/sending messages from and to the server</a:t>
            </a:r>
          </a:p>
          <a:p>
            <a:endParaRPr lang="en-US" dirty="0"/>
          </a:p>
          <a:p>
            <a:endParaRPr lang="en-US" dirty="0"/>
          </a:p>
        </p:txBody>
      </p:sp>
      <p:pic>
        <p:nvPicPr>
          <p:cNvPr id="3074" name="Picture 2" descr="C:\Users\lenovo\Desktop\client-server-1.png"/>
          <p:cNvPicPr>
            <a:picLocks noChangeAspect="1" noChangeArrowheads="1"/>
          </p:cNvPicPr>
          <p:nvPr/>
        </p:nvPicPr>
        <p:blipFill>
          <a:blip r:embed="rId2" cstate="print"/>
          <a:srcRect/>
          <a:stretch>
            <a:fillRect/>
          </a:stretch>
        </p:blipFill>
        <p:spPr bwMode="auto">
          <a:xfrm>
            <a:off x="457200" y="4419600"/>
            <a:ext cx="8305800" cy="21336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Prajwal\Desktop\cn_server.PNG"/>
          <p:cNvPicPr>
            <a:picLocks noChangeAspect="1" noChangeArrowheads="1"/>
          </p:cNvPicPr>
          <p:nvPr/>
        </p:nvPicPr>
        <p:blipFill>
          <a:blip r:embed="rId2"/>
          <a:srcRect/>
          <a:stretch>
            <a:fillRect/>
          </a:stretch>
        </p:blipFill>
        <p:spPr bwMode="auto">
          <a:xfrm>
            <a:off x="1219200" y="0"/>
            <a:ext cx="6775450" cy="3733800"/>
          </a:xfrm>
          <a:prstGeom prst="rect">
            <a:avLst/>
          </a:prstGeom>
          <a:noFill/>
        </p:spPr>
      </p:pic>
      <p:pic>
        <p:nvPicPr>
          <p:cNvPr id="1028" name="Picture 4" descr="C:\Users\Prajwal\Desktop\cn client.PNG"/>
          <p:cNvPicPr>
            <a:picLocks noChangeAspect="1" noChangeArrowheads="1"/>
          </p:cNvPicPr>
          <p:nvPr/>
        </p:nvPicPr>
        <p:blipFill>
          <a:blip r:embed="rId3"/>
          <a:srcRect/>
          <a:stretch>
            <a:fillRect/>
          </a:stretch>
        </p:blipFill>
        <p:spPr bwMode="auto">
          <a:xfrm>
            <a:off x="1219200" y="3581400"/>
            <a:ext cx="6775450" cy="31242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173</Words>
  <Application>Microsoft Office PowerPoint</Application>
  <PresentationFormat>On-screen Show (4:3)</PresentationFormat>
  <Paragraphs>44</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Introduction- Chatroom and Socket programming</vt:lpstr>
      <vt:lpstr>Modules Used</vt:lpstr>
      <vt:lpstr>SERVER</vt:lpstr>
      <vt:lpstr>CLIENT</vt:lpstr>
      <vt:lpstr>Slide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Prajwal</cp:lastModifiedBy>
  <cp:revision>13</cp:revision>
  <dcterms:created xsi:type="dcterms:W3CDTF">2021-05-08T13:24:43Z</dcterms:created>
  <dcterms:modified xsi:type="dcterms:W3CDTF">2021-05-09T14:43:07Z</dcterms:modified>
</cp:coreProperties>
</file>